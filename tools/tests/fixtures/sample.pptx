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buNone/>
            </a:pPr>
            <a:endParaRPr lang="en-US" sz="4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40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title text format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7pPr>
          </a:lstStyle>
          <a:p>
            <a:pPr marL="216000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432000" lvl="1" indent="-216000" algn="l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48000" lvl="2" indent="-216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3" indent="-216000" algn="l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08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29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512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Fixture slides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720000" y="1800000"/>
            <a:ext cx="8640000" cy="28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216000" indent="-216000" algn="l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First point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16000" indent="-216000" algn="l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Second point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/>
          <p:cNvPicPr/>
          <p:nvPr/>
        </p:nvPicPr>
        <p:blipFill>
          <a:blip r:embed="rId1"/>
          <a:stretch/>
        </p:blipFill>
        <p:spPr>
          <a:xfrm>
            <a:off x="720000" y="720000"/>
            <a:ext cx="2880000" cy="216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"/>
          <p:cNvSpPr/>
          <p:nvPr/>
        </p:nvSpPr>
        <p:spPr>
          <a:xfrm>
            <a:off x="4320000" y="720000"/>
            <a:ext cx="2160000" cy="346320"/>
          </a:xfrm>
          <a:prstGeom prst="rect">
            <a:avLst/>
          </a:prstGeom>
          <a:solidFill>
            <a:srgbClr val="FF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Yellow box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findme on the last slide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